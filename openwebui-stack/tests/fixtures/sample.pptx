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Привет мир КИРИЛЛИЦА-ТЕСТ Иванов Пётр Сергеевич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Hello world LATIN-TEST Quarterly report</a:t>
            </a:r>
          </a:p>
          <a:p>
            <a:r>
              <a:t>你好世界 中文测试 季度报告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/>
  <dc:subject/>
  <dc:creator/>
  <ns0:keywords/>
  <dc:description>generated using python-pptx</dc:description>
  <ns0:lastModifiedBy>Open WebUI Stack test fixture</ns0:lastModifiedBy>
  <ns0:revision>1</ns0:revision>
  <ns2:created xsi:type="dcterms:W3CDTF">2013-01-27T09:14:16Z</ns2:created>
  <ns2:modified xsi:type="dcterms:W3CDTF">2013-01-27T09:15:58Z</ns2:modified>
  <ns0:category/>
</ns0:coreProperties>
</file>